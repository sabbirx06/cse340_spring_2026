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099300" cy="10234600"/>
  <p:embeddedFontLs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