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099300" cy="10234600"/>
  <p:embeddedFontLst>
    <p:embeddedFont>
      <p:font typeface="Corbel"/>
      <p:regular r:id="rId50"/>
      <p:bold r:id="rId51"/>
      <p:italic r:id="rId52"/>
      <p:boldItalic r:id="rId53"/>
    </p:embeddedFont>
    <p:embeddedFont>
      <p:font typeface="Oi"/>
      <p:regular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6607F5-CD77-40F5-BA2B-1AF1AA5932AA}">
  <a:tblStyle styleId="{5D6607F5-CD77-40F5-BA2B-1AF1AA5932A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.fntdata"/><Relationship Id="rId50" Type="http://schemas.openxmlformats.org/officeDocument/2006/relationships/font" Target="fonts/Corbel-regular.fntdata"/><Relationship Id="rId53" Type="http://schemas.openxmlformats.org/officeDocument/2006/relationships/font" Target="fonts/Corbel-boldItalic.fntdata"/><Relationship Id="rId52" Type="http://schemas.openxmlformats.org/officeDocument/2006/relationships/font" Target="fonts/Corbel-italic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Oi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{5D6607F5-CD77-40F5-BA2B-1AF1AA5932AA}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{5D6607F5-CD77-40F5-BA2B-1AF1AA5932AA}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{5D6607F5-CD77-40F5-BA2B-1AF1AA5932AA}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